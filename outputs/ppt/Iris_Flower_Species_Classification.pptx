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28016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Iris Flower Species
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8404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Calibri"/>
              </a:rPr>
              <a:t>Name: ____________________
Date: 2026-04-10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"/>
            <a:ext cx="5486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Predict Iris species from 4 flower measurements.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A classic multi-class classification task (3 classes).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566928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Dataset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Source: sklearn Iris dataset (150 rows).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Features: sepal length/width, petal length/width.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Classes: setosa, versicolor, virginica.</a:t>
            </a:r>
          </a:p>
        </p:txBody>
      </p:sp>
      <p:pic>
        <p:nvPicPr>
          <p:cNvPr id="5" name="Picture 4" descr="01_pair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005840"/>
            <a:ext cx="5120640" cy="5303520"/>
          </a:xfrm>
          <a:prstGeom prst="rect">
            <a:avLst/>
          </a:prstGeom>
          <a:ln w="127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"/>
            <a:ext cx="111556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EDA + Preprocessing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Validated numeric features, removed duplicates, ensured clean labels.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All 4 standard features retained (high signal on petal measures).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Train-test split with stratification for fair evaluation.</a:t>
            </a:r>
          </a:p>
        </p:txBody>
      </p:sp>
      <p:pic>
        <p:nvPicPr>
          <p:cNvPr id="4" name="Picture 3" descr="02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7440"/>
            <a:ext cx="5486400" cy="4206240"/>
          </a:xfrm>
          <a:prstGeom prst="rect">
            <a:avLst/>
          </a:prstGeom>
          <a:ln w="12700">
            <a:solidFill>
              <a:srgbClr val="FFFFFF"/>
            </a:solidFill>
          </a:ln>
        </p:spPr>
      </p:pic>
      <p:pic>
        <p:nvPicPr>
          <p:cNvPr id="5" name="Picture 4" descr="03_feature_distribu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377440"/>
            <a:ext cx="5303520" cy="4206240"/>
          </a:xfrm>
          <a:prstGeom prst="rect">
            <a:avLst/>
          </a:prstGeom>
          <a:ln w="127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"/>
            <a:ext cx="111556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Modeling + Metrics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Models: Logistic Regression, Decision Tree, Random Forest.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Compared with Accuracy / Precision / Recall / F1 (macro).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Best model: Logistic Regression (F1=0.933, Acc=0.933).</a:t>
            </a:r>
          </a:p>
        </p:txBody>
      </p:sp>
      <p:pic>
        <p:nvPicPr>
          <p:cNvPr id="4" name="Picture 3" descr="04_model_comparis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286000"/>
            <a:ext cx="10972800" cy="1920240"/>
          </a:xfrm>
          <a:prstGeom prst="rect">
            <a:avLst/>
          </a:prstGeom>
          <a:ln w="12700">
            <a:solidFill>
              <a:srgbClr val="FFFFFF"/>
            </a:solidFill>
          </a:ln>
        </p:spPr>
      </p:pic>
      <p:pic>
        <p:nvPicPr>
          <p:cNvPr id="5" name="Picture 4" descr="01_pair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60"/>
            <a:ext cx="5212080" cy="2194560"/>
          </a:xfrm>
          <a:prstGeom prst="rect">
            <a:avLst/>
          </a:prstGeom>
          <a:ln w="12700">
            <a:solidFill>
              <a:srgbClr val="FFFFFF"/>
            </a:solidFill>
          </a:ln>
        </p:spPr>
      </p:pic>
      <p:pic>
        <p:nvPicPr>
          <p:cNvPr id="6" name="Picture 5" descr="02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4480560"/>
            <a:ext cx="5212080" cy="2194560"/>
          </a:xfrm>
          <a:prstGeom prst="rect">
            <a:avLst/>
          </a:prstGeom>
          <a:ln w="127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7315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9728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Achieved &gt;90% accuracy (best test accuracy: 0.933).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Petal measurements are the strongest separators between classes.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Deployed the trained model via an interactive Streamlit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Future scope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Add input validation + model confidence/probabilities.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Track experiments with MLflow and add CI checks.</a:t>
            </a:r>
          </a:p>
          <a:p>
            <a:pPr>
              <a:defRPr sz="1600">
                <a:solidFill>
                  <a:srgbClr val="FFFFFF"/>
                </a:solidFill>
                <a:latin typeface="Calibri"/>
              </a:defRPr>
            </a:pPr>
            <a:r>
              <a:t>Extend to other flower datasets or add SHAP explanations.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