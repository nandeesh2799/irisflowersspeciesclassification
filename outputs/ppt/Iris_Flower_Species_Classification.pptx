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Iris Flower Species
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8404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Name: ____________________
Date: 2026-10-30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Problem</a:t>
            </a:r>
          </a:p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Predict Iris species from 4 flower measurements.</a:t>
            </a:r>
          </a:p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A classic multi-class classification task (3 classes).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566928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Dataset</a:t>
            </a:r>
          </a:p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Source: sklearn Iris dataset (150 rows).</a:t>
            </a:r>
          </a:p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Features: sepal length/width, petal length/width.</a:t>
            </a:r>
          </a:p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Classes: setosa, versicolor, virginica.</a:t>
            </a:r>
          </a:p>
        </p:txBody>
      </p:sp>
      <p:pic>
        <p:nvPicPr>
          <p:cNvPr id="5" name="Picture 4" descr="01_pair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005840"/>
            <a:ext cx="5120640" cy="5303520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"/>
            <a:ext cx="111556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EDA + Preprocessing</a:t>
            </a:r>
          </a:p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Validated numeric features, removed duplicates, ensured clean labels.</a:t>
            </a:r>
          </a:p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All 4 standard features retained (high signal on petal measures).</a:t>
            </a:r>
          </a:p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Train-test split with stratification for fair evaluation.</a:t>
            </a:r>
          </a:p>
        </p:txBody>
      </p:sp>
      <p:pic>
        <p:nvPicPr>
          <p:cNvPr id="4" name="Picture 3" descr="02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77440"/>
            <a:ext cx="5486400" cy="4206240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pic>
        <p:nvPicPr>
          <p:cNvPr id="5" name="Picture 4" descr="03_feature_distribu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77440"/>
            <a:ext cx="5303520" cy="4206240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"/>
            <a:ext cx="111556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Modeling + Metrics</a:t>
            </a:r>
          </a:p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Models: Logistic Regression, Decision Tree, Random Forest.</a:t>
            </a:r>
          </a:p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Compared with Accuracy / Precision / Recall / F1 (macro).</a:t>
            </a:r>
          </a:p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Best model: Logistic Regression (F1=0.933, Acc=0.933).</a:t>
            </a:r>
          </a:p>
        </p:txBody>
      </p:sp>
      <p:pic>
        <p:nvPicPr>
          <p:cNvPr id="4" name="Picture 3" descr="04_model_comparis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86000"/>
            <a:ext cx="10972800" cy="1920240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pic>
        <p:nvPicPr>
          <p:cNvPr id="5" name="Picture 4" descr="01_pair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80560"/>
            <a:ext cx="5212080" cy="2194560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pic>
        <p:nvPicPr>
          <p:cNvPr id="6" name="Picture 5" descr="02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480560"/>
            <a:ext cx="5212080" cy="2194560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315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9728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Achieved &gt;90% accuracy (best test accuracy: 0.933).</a:t>
            </a:r>
          </a:p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Petal measurements are the strongest separators between classes.</a:t>
            </a:r>
          </a:p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Deployed the trained model via an interactive Streamlit 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Future scope</a:t>
            </a:r>
          </a:p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Add input validation + model confidence/probabilities.</a:t>
            </a:r>
          </a:p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Track experiments with MLflow and add CI checks.</a:t>
            </a:r>
          </a:p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Extend to other flower datasets or add SHAP explanations.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